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OHzXu/sqgHKVDpUzUaObijXmL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781916" y="2548875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2" name="Google Shape;92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>
            <a:off x="4781916" y="4112438"/>
            <a:ext cx="6459825" cy="2362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6" name="Google Shape;96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52209"/>
            <a:ext cx="3469341" cy="19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313843" y="1715770"/>
            <a:ext cx="87279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309611" y="2900080"/>
            <a:ext cx="96277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Space and Time Trade-offs</a:t>
            </a:r>
            <a:endParaRPr b="1" sz="3600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08" name="Google Shape;108;p2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" name="Google Shape;110;p2"/>
          <p:cNvCxnSpPr/>
          <p:nvPr/>
        </p:nvCxnSpPr>
        <p:spPr>
          <a:xfrm flipH="1" rot="10800000">
            <a:off x="0" y="2596822"/>
            <a:ext cx="7904054" cy="68537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Trade-offs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19" name="Google Shape;119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0" name="Google Shape;120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1" name="Google Shape;121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22" name="Google Shape;122;p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 of trading memory (space) for faster computation (time) in algorithms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Enhancement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 the problem’s input, in whole or in part, and store the additional information obtained to accelerate solving the problem afterwards.</a:t>
            </a:r>
            <a:endParaRPr/>
          </a:p>
          <a:p>
            <a:pPr indent="0" lvl="1" marL="533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Eg: Counting methods of sorting, Horspool’s algorithm, Boyer-Moore’s    	algorithm.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Pre-structuring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of extra space to facilitate faster and/or more flexible access to the data.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Eg: Hashing, Indexing with B-Trees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Programming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strategy is based on recording solutions to overlapping sub problems of a given problem in a table from which a solution to the problem in question is then obtained.</a:t>
            </a:r>
            <a:endParaRPr/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Trade-offs</a:t>
            </a:r>
            <a:endParaRPr/>
          </a:p>
        </p:txBody>
      </p:sp>
      <p:cxnSp>
        <p:nvCxnSpPr>
          <p:cNvPr id="130" name="Google Shape;130;p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32" name="Google Shape;132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3" name="Google Shape;133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4" name="Google Shape;134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35" name="Google Shape;135;p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49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Counting Sorting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49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element of the list, count the total number of elements smaller than the element and record the results in a table.</a:t>
            </a:r>
            <a:endParaRPr/>
          </a:p>
          <a:p>
            <a:pPr indent="0" lvl="1" marL="533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numbers indicates the positions of the elements in the sorted list.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Example             	</a:t>
            </a:r>
            <a:r>
              <a:rPr b="1" lang="en-US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62 31 84 96 19 47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lesser elements: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3  1  4  5  0  2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the array by copying its elements to their appropriate positions in a new, sorted list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28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639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19 31 47 62 84 96</a:t>
            </a:r>
            <a:endParaRPr/>
          </a:p>
          <a:p>
            <a:pPr indent="0" lvl="0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639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0  1  2  3  4  5</a:t>
            </a:r>
            <a:endParaRPr/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Trade-offs</a:t>
            </a:r>
            <a:endParaRPr/>
          </a:p>
        </p:txBody>
      </p:sp>
      <p:cxnSp>
        <p:nvCxnSpPr>
          <p:cNvPr id="143" name="Google Shape;143;p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45" name="Google Shape;145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6" name="Google Shape;146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7" name="Google Shape;147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48" name="Google Shape;148;p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7436" y="1605123"/>
            <a:ext cx="7449670" cy="4782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Trade-offs</a:t>
            </a:r>
            <a:endParaRPr/>
          </a:p>
        </p:txBody>
      </p:sp>
      <p:cxnSp>
        <p:nvCxnSpPr>
          <p:cNvPr id="156" name="Google Shape;156;p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58" name="Google Shape;158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59" name="Google Shape;159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0" name="Google Shape;160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61" name="Google Shape;161;p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3941" y="1862087"/>
            <a:ext cx="5658357" cy="3812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778" y="1714561"/>
            <a:ext cx="5015752" cy="4215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Trade-offs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72" name="Google Shape;172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3" name="Google Shape;173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4" name="Google Shape;174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75" name="Google Shape;175;p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316" y="2432397"/>
            <a:ext cx="2194701" cy="904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7848" y="3442444"/>
            <a:ext cx="7364443" cy="99863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/>
          <p:nvPr/>
        </p:nvSpPr>
        <p:spPr>
          <a:xfrm>
            <a:off x="1062316" y="4780010"/>
            <a:ext cx="910366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algorithm makes the same number of key comparisons as selection sort and in addition uses a linear amount of extra space.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positive side, the algorithm makes the minimum number of key moves possible, placing each of them directly in their final position in a sorted array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11628" y="1778611"/>
            <a:ext cx="51584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time efficiency of this algorithm?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Trade-offs</a:t>
            </a:r>
            <a:endParaRPr/>
          </a:p>
        </p:txBody>
      </p:sp>
      <p:cxnSp>
        <p:nvCxnSpPr>
          <p:cNvPr id="186" name="Google Shape;186;p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8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188" name="Google Shape;188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89" name="Google Shape;189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0" name="Google Shape;19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91" name="Google Shape;191;p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Counting Sorting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the elements of the list to be sorted belong to a finite set .</a:t>
            </a:r>
            <a:endParaRPr/>
          </a:p>
          <a:p>
            <a:pPr indent="-228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the frequency of each element of the set in the list to be sorted.</a:t>
            </a:r>
            <a:endParaRPr/>
          </a:p>
          <a:p>
            <a:pPr indent="-228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 the set in order of sorting and print each element of the set according to its frequency, which will be the required sorted list.</a:t>
            </a:r>
            <a:endParaRPr/>
          </a:p>
        </p:txBody>
      </p:sp>
      <p:pic>
        <p:nvPicPr>
          <p:cNvPr id="193" name="Google Shape;1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Trade-offs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0" name="Google Shape;200;p9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01" name="Google Shape;201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2" name="Google Shape;202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3" name="Google Shape;203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04" name="Google Shape;204;p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833717" y="1630693"/>
            <a:ext cx="1027355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Counting Sorting 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sorting the array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[13,11,12,13,12,12]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whose values come from the set. { 11, 12, 13 }.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distribution values indicate the correct positions for the last occurrences of elements in the final sorted array.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frequency and distribution values are as follows: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6123" y="3200349"/>
            <a:ext cx="5179377" cy="33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 off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4" name="Google Shape;214;p10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15" name="Google Shape;215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6" name="Google Shape;216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7" name="Google Shape;217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18" name="Google Shape;218;p1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833718" y="1630693"/>
            <a:ext cx="67476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Counting Sorting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294" y="2488530"/>
            <a:ext cx="8202706" cy="3594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 off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11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29" name="Google Shape;229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0" name="Google Shape;230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1" name="Google Shape;231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32" name="Google Shape;232;p1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/>
          <p:nvPr/>
        </p:nvSpPr>
        <p:spPr>
          <a:xfrm>
            <a:off x="833718" y="1630693"/>
            <a:ext cx="67476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Counting Sorting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5646" y="2810435"/>
            <a:ext cx="5763535" cy="13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375" y="2488531"/>
            <a:ext cx="5563113" cy="3697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Space and Time Trade off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" name="Google Shape;243;p1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44" name="Google Shape;244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5" name="Google Shape;245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6" name="Google Shape;246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47" name="Google Shape;247;p1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2"/>
          <p:cNvSpPr/>
          <p:nvPr/>
        </p:nvSpPr>
        <p:spPr>
          <a:xfrm>
            <a:off x="1116106" y="1605123"/>
            <a:ext cx="1024665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Counting Sorting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Assuming that the range of array values is fixed, this is a linear algorithm because it makes just two consecutive passes through its input array.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better time-efficiency class than that of the most efficient sorting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algorithms—mergesort, quicksort, and heapsort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6" name="Google Shape;256;p1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57" name="Google Shape;257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58" name="Google Shape;258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59" name="Google Shape;259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60" name="Google Shape;260;p1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3"/>
          <p:cNvSpPr/>
          <p:nvPr/>
        </p:nvSpPr>
        <p:spPr>
          <a:xfrm>
            <a:off x="663132" y="1605123"/>
            <a:ext cx="9960043" cy="350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counting sort, the value stored in Count[i] represents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elements greater than A[i]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elements smaller than A[i]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times A[i]  appears in the array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comparisons involving A[i]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B The number of elements smaller than A[i]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9" name="Google Shape;269;p1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70" name="Google Shape;270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1" name="Google Shape;271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2" name="Google Shape;272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73" name="Google Shape;273;p1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/>
          <p:nvPr/>
        </p:nvSpPr>
        <p:spPr>
          <a:xfrm>
            <a:off x="663132" y="1605123"/>
            <a:ext cx="9960043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key comparisons performed by 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ComparisonCountingSort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algorithm for an array of size n 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log⁡n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n(n−1) / 2​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n(n+1) / 2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B n(n−1) / 2​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2" name="Google Shape;282;p1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83" name="Google Shape;283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84" name="Google Shape;284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85" name="Google Shape;285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86" name="Google Shape;286;p1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/>
          <p:nvPr/>
        </p:nvSpPr>
        <p:spPr>
          <a:xfrm>
            <a:off x="663132" y="1605123"/>
            <a:ext cx="9960043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Compared with selection sort, comparison counting sort: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Uses fewer comparisons and less space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Uses the same number of comparisons but additional space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Uses fewer comparisons but more swaps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Uses more comparisons but fewer swaps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B. Uses the same number of comparisons but additional space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5" name="Google Shape;295;p1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296" name="Google Shape;296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7" name="Google Shape;297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8" name="Google Shape;298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99" name="Google Shape;299;p1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6"/>
          <p:cNvSpPr/>
          <p:nvPr/>
        </p:nvSpPr>
        <p:spPr>
          <a:xfrm>
            <a:off x="663132" y="1605123"/>
            <a:ext cx="9960043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distribution counting sort, suppose the input values range from l to u.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size of the frequency array D must be: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u−l+1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n(u−l)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C . u−l+1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Multiple choice Questions</a:t>
            </a:r>
            <a:endParaRPr b="1" sz="24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1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/>
          </a:p>
        </p:txBody>
      </p:sp>
      <p:sp>
        <p:nvSpPr>
          <p:cNvPr descr="Difference between Linked List and Arrays" id="309" name="Google Shape;309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0" name="Google Shape;310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1" name="Google Shape;311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12" name="Google Shape;312;p1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6760" y="230188"/>
            <a:ext cx="1542422" cy="79254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/>
          <p:nvPr/>
        </p:nvSpPr>
        <p:spPr>
          <a:xfrm>
            <a:off x="663132" y="1605123"/>
            <a:ext cx="10672739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algorithm DistributionCountingSort(A[0..n−1], l, u).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statements correctly explains why the algorithm processes the input array from right to left when constructing the sorted array 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To reduce the number of comparisons in the algorithm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To ensure that the algorithm remains stable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To reduce the extra space required by the distribution array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To ensure that the distribution array can be reused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B. To ensure that the algorithm remains stable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/>
          <p:nvPr/>
        </p:nvSpPr>
        <p:spPr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739" y="2334597"/>
            <a:ext cx="3150920" cy="1712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18"/>
          <p:cNvCxnSpPr/>
          <p:nvPr/>
        </p:nvCxnSpPr>
        <p:spPr>
          <a:xfrm>
            <a:off x="4994108" y="3339537"/>
            <a:ext cx="4583156" cy="27277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2021-01-07T04:42:57Z</dcterms:created>
  <dc:creator>Vandana M Ladwani</dc:creator>
</cp:coreProperties>
</file>