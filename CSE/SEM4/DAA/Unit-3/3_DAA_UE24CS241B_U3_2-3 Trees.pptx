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vlY5iGygzN6dWs6YJaUWa6IOy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8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781916" y="1688267"/>
            <a:ext cx="74972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6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781916" y="4415503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781916" y="481310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92" name="Google Shape;92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4" name="Google Shape;94;p1"/>
          <p:cNvCxnSpPr/>
          <p:nvPr/>
        </p:nvCxnSpPr>
        <p:spPr>
          <a:xfrm flipH="1" rot="10800000">
            <a:off x="4781916" y="4112436"/>
            <a:ext cx="4581449" cy="1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5" name="Google Shape;95;p1"/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</p:grpSpPr>
        <p:sp>
          <p:nvSpPr>
            <p:cNvPr id="96" name="Google Shape;96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52209"/>
            <a:ext cx="3469341" cy="19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598882" y="1737360"/>
            <a:ext cx="87279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6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598882" y="2888778"/>
            <a:ext cx="82054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E5395"/>
                </a:solidFill>
                <a:latin typeface="Calibri"/>
                <a:ea typeface="Calibri"/>
                <a:cs typeface="Calibri"/>
                <a:sym typeface="Calibri"/>
              </a:rPr>
              <a:t>2-3 Trees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98883" y="5489699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98883" y="5887304"/>
            <a:ext cx="74972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108" name="Google Shape;108;p2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0" name="Google Shape;110;p2"/>
          <p:cNvCxnSpPr/>
          <p:nvPr/>
        </p:nvCxnSpPr>
        <p:spPr>
          <a:xfrm flipH="1" rot="10800000">
            <a:off x="0" y="2596822"/>
            <a:ext cx="7904054" cy="68537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2-3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3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19" name="Google Shape;119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20" name="Google Shape;120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21" name="Google Shape;121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22" name="Google Shape;122;p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15792" y="1868710"/>
            <a:ext cx="996874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2-3 Trees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 trees,  ensure efficient operations.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Operations: Search, Insert, Delete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 depends on tree height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 trees maintain height ϴ(log 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2-3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4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3" name="Google Shape;133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4" name="Google Shape;134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5" name="Google Shape;135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36" name="Google Shape;136;p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815792" y="1868710"/>
            <a:ext cx="9968748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 of 2–3 Trees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2–3 tree is a balanced search tree.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 nodes can be: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2-node (1 key, 2 children)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3-node (2 keys, 3 children)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leaves appear at the same level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2-3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5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5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7" name="Google Shape;147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8" name="Google Shape;148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9" name="Google Shape;149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50" name="Google Shape;150;p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15792" y="1868710"/>
            <a:ext cx="996874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2-node Structure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Contains one key K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children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subtree: keys &lt; K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subtree: keys &gt; K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to a binary search tree node</a:t>
            </a:r>
            <a:endParaRPr/>
          </a:p>
        </p:txBody>
      </p:sp>
      <p:pic>
        <p:nvPicPr>
          <p:cNvPr id="153" name="Google Shape;1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2-3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6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" name="Google Shape;160;p6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61" name="Google Shape;161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62" name="Google Shape;162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63" name="Google Shape;163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64" name="Google Shape;164;p6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15792" y="1868710"/>
            <a:ext cx="996874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3-node Structure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Contains two keys K1 and K2 ( K1 &lt; K2)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children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sub tree: keys &lt; K1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Middle sub tree: K1 &lt; keys &lt; K2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sub tree: keys &gt; K2</a:t>
            </a:r>
            <a:endParaRPr/>
          </a:p>
        </p:txBody>
      </p:sp>
      <p:pic>
        <p:nvPicPr>
          <p:cNvPr id="167" name="Google Shape;1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2-3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7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p7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5" name="Google Shape;175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6" name="Google Shape;176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7" name="Google Shape;177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78" name="Google Shape;178;p7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815792" y="1868710"/>
            <a:ext cx="996874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Property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leaves appear at the same level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root-to-leaf path has equal length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Ensures the tree remains balanced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 is ϴ(log n)</a:t>
            </a:r>
            <a:endParaRPr/>
          </a:p>
        </p:txBody>
      </p:sp>
      <p:pic>
        <p:nvPicPr>
          <p:cNvPr id="181" name="Google Shape;1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2-3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8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8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89" name="Google Shape;189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90" name="Google Shape;190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91" name="Google Shape;191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92" name="Google Shape;192;p8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815792" y="1868710"/>
            <a:ext cx="9968748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Searching in 2–3 Trees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at the root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node is a 2-node: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key and move left or right accordingly or stop if key is found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node is a 3-node: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at most two comparisons to decide if key is found 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of the root’s three sub trees searching needs to be continued.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2-3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9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2" name="Google Shape;202;p9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3" name="Google Shape;203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4" name="Google Shape;204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5" name="Google Shape;205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06" name="Google Shape;206;p9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815792" y="1640111"/>
            <a:ext cx="9968748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Insertion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new key in a leaf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appropriate leaf position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leaf has 1 key → becomes 3-node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leaf has 2 keys → overflow occurs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Handling Overflow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node temporarily has 3 keys: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 the keys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Promote the middle key to parent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 node into two nodes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2-3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10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" name="Google Shape;216;p10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17" name="Google Shape;217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18" name="Google Shape;218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19" name="Google Shape;219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20" name="Google Shape;220;p10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815792" y="1640111"/>
            <a:ext cx="996874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Cascading Splits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parent already has two keys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Promotion causes another split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Splits may propagate up to the root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new root may be created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2-3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11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0" name="Google Shape;230;p11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1" name="Google Shape;231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2" name="Google Shape;232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3" name="Google Shape;233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34" name="Google Shape;234;p11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815792" y="1640111"/>
            <a:ext cx="996874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Construction of a 2-3 tree for the list 9, 5, 8, 3, 2, 4, 7.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6307" y="2269358"/>
            <a:ext cx="8159058" cy="4034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2-3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2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5" name="Google Shape;245;p12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46" name="Google Shape;246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47" name="Google Shape;247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48" name="Google Shape;248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49" name="Google Shape;249;p12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815792" y="1640111"/>
            <a:ext cx="9968748" cy="4770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 Upper Bound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tree contains only 2-nodes: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≥ 1 + 2 + 2</a:t>
            </a:r>
            <a:r>
              <a:rPr b="0" baseline="3000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... + 2</a:t>
            </a:r>
            <a:r>
              <a:rPr b="0" baseline="3000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="0" baseline="3000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≥ 2</a:t>
            </a:r>
            <a:r>
              <a:rPr b="0" baseline="3000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(h+1)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− 1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Therefore h ≤ log</a:t>
            </a:r>
            <a:r>
              <a:rPr b="0" baseline="-2500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(n+1) − 1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 Lower Bound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tree contains only 3-nodes: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≤ 2(1 + 3 + 3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... + 3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≤ 3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(h+1)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− 1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Therefore h ≥ log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(n+1) − 1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2-3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9" name="Google Shape;259;p13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60" name="Google Shape;260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61" name="Google Shape;261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62" name="Google Shape;262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63" name="Google Shape;263;p1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815792" y="1640111"/>
            <a:ext cx="9968748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Height Range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(n+1) − 1 ≤ h ≤ log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(n+1) − 1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 tree height is ϴ(log 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Search:ϴ(log n)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Insertion: ϴ(log n)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Deletion: ϴ(log 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 height guarantees efficiency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2-3 Trees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1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3" name="Google Shape;273;p14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74" name="Google Shape;274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75" name="Google Shape;275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76" name="Google Shape;276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77" name="Google Shape;277;p1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815792" y="1640111"/>
            <a:ext cx="9968748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2–3 Trees are balanced search trees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contain 1 or 2 keys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leaves at same depth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Operations run in logarithmic time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 for B-Trees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5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7" name="Google Shape;287;p15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88" name="Google Shape;288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89" name="Google Shape;289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90" name="Google Shape;290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91" name="Google Shape;291;p1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605117" y="1510994"/>
            <a:ext cx="10179423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2–3 tree, suppose the tree has height h and contains only 2-nodes. Which of the following expressions gives the minimum possible number of keys n in the tree?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n=2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h−1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n=2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h+1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−1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n=3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h−1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lphaU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n=3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h+1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−1</a:t>
            </a:r>
            <a:endParaRPr/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B : n=2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h+1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16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0" name="Google Shape;300;p16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01" name="Google Shape;301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02" name="Google Shape;302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03" name="Google Shape;303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04" name="Google Shape;304;p16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605117" y="1510994"/>
            <a:ext cx="10179423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2–3 tree contains 364 keys. What is the maximum possible height of the tree?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5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6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7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A : 7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17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3" name="Google Shape;313;p17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14" name="Google Shape;314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15" name="Google Shape;315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16" name="Google Shape;316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17" name="Google Shape;317;p17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605117" y="1510994"/>
            <a:ext cx="10179423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insertion in a 2–3 tree, a leaf node already contains two keys K1​ and K2​. After inserting a new key K, which of the following operations must occur first?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The largest key is promoted to the parent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The smallest key is promoted to the parent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The middle key is promoted to the parent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The node becomes a 4-node permanently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C: The middle key is promoted to the parent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18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6" name="Google Shape;326;p18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27" name="Google Shape;327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28" name="Google Shape;328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29" name="Google Shape;329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30" name="Google Shape;330;p18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/>
          <p:nvPr/>
        </p:nvSpPr>
        <p:spPr>
          <a:xfrm>
            <a:off x="605117" y="1510994"/>
            <a:ext cx="10179423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2–3 tree search, what is the maximum number of key comparisons performed at a single node?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1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2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3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Depends on the height of the tree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B: 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"/>
          <p:cNvSpPr/>
          <p:nvPr/>
        </p:nvSpPr>
        <p:spPr>
          <a:xfrm>
            <a:off x="5667375" y="2566988"/>
            <a:ext cx="4603750" cy="6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5680075" y="3127375"/>
            <a:ext cx="5256213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" name="Google Shape;3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739" y="2334597"/>
            <a:ext cx="3150920" cy="17129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p19"/>
          <p:cNvCxnSpPr/>
          <p:nvPr/>
        </p:nvCxnSpPr>
        <p:spPr>
          <a:xfrm>
            <a:off x="4994108" y="3339537"/>
            <a:ext cx="4583156" cy="27277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2020-06-03T14:19:11Z</dcterms:created>
  <dc:creator>Krishna Venkataram</dc:creator>
</cp:coreProperties>
</file>