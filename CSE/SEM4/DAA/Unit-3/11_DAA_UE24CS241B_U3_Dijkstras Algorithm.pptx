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j4BAf9aYFu3TAjS43RtzAkZyIj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4694786" y="3371567"/>
            <a:ext cx="74972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6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4822259" y="4439319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Dinesh Singh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4781916" y="4813108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&amp; Engineering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1"/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</p:grpSpPr>
        <p:sp>
          <p:nvSpPr>
            <p:cNvPr id="92" name="Google Shape;92;p1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4" name="Google Shape;94;p1"/>
          <p:cNvCxnSpPr/>
          <p:nvPr/>
        </p:nvCxnSpPr>
        <p:spPr>
          <a:xfrm flipH="1" rot="10800000">
            <a:off x="4781916" y="4017898"/>
            <a:ext cx="6449301" cy="9454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95" name="Google Shape;95;p1"/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</p:grpSpPr>
        <p:sp>
          <p:nvSpPr>
            <p:cNvPr id="96" name="Google Shape;96;p1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4692" y="3371567"/>
            <a:ext cx="2454107" cy="1261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313843" y="1715770"/>
            <a:ext cx="87279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6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309611" y="2900080"/>
            <a:ext cx="962776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Greedy Technique – Dijkstras Algorithm</a:t>
            </a:r>
            <a:endParaRPr b="1" sz="3600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598883" y="5489699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Dinesh Singh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598883" y="5887304"/>
            <a:ext cx="74972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&amp; Engineering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7" name="Google Shape;107;p2"/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</p:grpSpPr>
        <p:sp>
          <p:nvSpPr>
            <p:cNvPr id="108" name="Google Shape;108;p2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F4B08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F4B08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0" name="Google Shape;110;p2"/>
          <p:cNvCxnSpPr/>
          <p:nvPr/>
        </p:nvCxnSpPr>
        <p:spPr>
          <a:xfrm flipH="1" rot="10800000">
            <a:off x="0" y="2596822"/>
            <a:ext cx="7904054" cy="68537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Greedy Technique – Dijkstras Algorithm</a:t>
            </a:r>
            <a:endParaRPr b="1" sz="24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3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8" name="Google Shape;118;p3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119" name="Google Shape;119;p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20" name="Google Shape;120;p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21" name="Google Shape;121;p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22" name="Google Shape;122;p3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3"/>
          <p:cNvSpPr/>
          <p:nvPr/>
        </p:nvSpPr>
        <p:spPr>
          <a:xfrm>
            <a:off x="605118" y="1822895"/>
            <a:ext cx="8356923" cy="29546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Dijkstras Algorithm :</a:t>
            </a:r>
            <a:r>
              <a:rPr b="1" i="1" lang="en-US" sz="2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single-source shortest-paths problem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 given vertex called the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 weighted connected graph, find shortest paths to all its other vertices.</a:t>
            </a:r>
            <a:endParaRPr/>
          </a:p>
          <a:p>
            <a:pPr indent="-1905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Dijkstra’s algorithm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is applicable to undirected and directed graphs with nonnegative weights only</a:t>
            </a:r>
            <a:endParaRPr b="1" i="1" sz="2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Greedy Technique – Dijkstras Algorithm</a:t>
            </a:r>
            <a:endParaRPr b="1" sz="24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4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133" name="Google Shape;133;p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34" name="Google Shape;134;p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35" name="Google Shape;135;p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36" name="Google Shape;136;p4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4"/>
          <p:cNvSpPr/>
          <p:nvPr/>
        </p:nvSpPr>
        <p:spPr>
          <a:xfrm>
            <a:off x="605118" y="1822895"/>
            <a:ext cx="9940299" cy="4308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Dijkstras Algorithm :</a:t>
            </a:r>
            <a:r>
              <a:rPr b="1" i="1" lang="en-US" sz="2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single-source shortest-paths problem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Dijkstra’s algorithm finds the shortest paths to a graph’s vertices in order of their distance from a given source.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follows a greedy approach, repeatedly selecting the vertex with the minimum tentative distance from the source and updating (relaxing) the distances of its adjacent vertices.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algorithm processes vertices in increasing order of their shortest distance from the source.</a:t>
            </a:r>
            <a:r>
              <a:rPr b="1" lang="en-US" sz="2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sz="2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Greedy Technique – Dijkstras Algorithm</a:t>
            </a:r>
            <a:endParaRPr b="1" sz="24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5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" name="Google Shape;146;p5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147" name="Google Shape;147;p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48" name="Google Shape;148;p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49" name="Google Shape;149;p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50" name="Google Shape;150;p5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/>
          <p:nvPr/>
        </p:nvSpPr>
        <p:spPr>
          <a:xfrm>
            <a:off x="605118" y="1822895"/>
            <a:ext cx="10300447" cy="3816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Dijkstras Algorithm :</a:t>
            </a:r>
            <a:r>
              <a:rPr b="1" i="1" lang="en-US" sz="2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single-source shortest-paths problem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Before the i</a:t>
            </a:r>
            <a:r>
              <a:rPr baseline="30000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iteration begins, the algorithm has already determined the shortest paths from the source to i−1 vertices.</a:t>
            </a:r>
            <a:endParaRPr/>
          </a:p>
          <a:p>
            <a:pPr indent="-2032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i−1 vertices, along with the edges forming their shortest paths, constitute a subtree T</a:t>
            </a:r>
            <a:r>
              <a:rPr baseline="-25000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i−1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​ of the graph.</a:t>
            </a:r>
            <a:endParaRPr/>
          </a:p>
          <a:p>
            <a:pPr indent="-2032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vertices adjacent to those in T</a:t>
            </a:r>
            <a:r>
              <a:rPr baseline="-25000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i−1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​ are called fringe vertices. These vertices are candidates from which the algorithm selects the next vertex with the minimum distance from the source.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Greedy Technique – Dijkstras Algorithm</a:t>
            </a:r>
            <a:endParaRPr b="1" sz="24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6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0" name="Google Shape;160;p6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161" name="Google Shape;161;p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62" name="Google Shape;162;p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63" name="Google Shape;163;p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64" name="Google Shape;164;p6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 txBox="1"/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6"/>
          <p:cNvSpPr/>
          <p:nvPr/>
        </p:nvSpPr>
        <p:spPr>
          <a:xfrm>
            <a:off x="605118" y="1822895"/>
            <a:ext cx="9090211" cy="409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Dijkstras Algorithm :</a:t>
            </a:r>
            <a:r>
              <a:rPr b="1" i="1" lang="en-US" sz="2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single-source shortest-paths problem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Vertex Selection Step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identify the i</a:t>
            </a:r>
            <a:r>
              <a:rPr baseline="30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nearest vertex, the algorithm evaluates all fringe vertices.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fringe vertex u, it computes: 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shortest known distance to a tree vertex v, plus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weight of the edge (v,u).</a:t>
            </a:r>
            <a:endParaRPr/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vertex u with the minimum value is selected and added to the shortest-path tree.</a:t>
            </a:r>
            <a:endParaRPr b="1"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Greedy Technique – Dijkstras Algorithm</a:t>
            </a:r>
            <a:endParaRPr b="1" sz="24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7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4" name="Google Shape;174;p7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175" name="Google Shape;175;p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76" name="Google Shape;176;p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77" name="Google Shape;177;p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78" name="Google Shape;178;p7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 txBox="1"/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7"/>
          <p:cNvSpPr/>
          <p:nvPr/>
        </p:nvSpPr>
        <p:spPr>
          <a:xfrm>
            <a:off x="605118" y="1822895"/>
            <a:ext cx="9211235" cy="4462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Dijkstras Algorithm :</a:t>
            </a:r>
            <a:r>
              <a:rPr b="1" i="1" lang="en-US" sz="2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single-source shortest-paths problem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implement the algorithm, each vertex is assigned two labels:</a:t>
            </a:r>
            <a:endParaRPr/>
          </a:p>
          <a:p>
            <a:pPr indent="-1905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distance label d, which represents the length of the shortest path from the source to that vertex discovered so far.</a:t>
            </a:r>
            <a:endParaRPr/>
          </a:p>
          <a:p>
            <a:pPr indent="-1905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predecessor label, which stores the previous vertex on the current shortest path.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these labels, the next vertex u∗ is selected by choosing the fringe vertex with the minimum distance label d.</a:t>
            </a:r>
            <a:endParaRPr b="1"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Greedy Technique – Dijkstras Algorithm</a:t>
            </a:r>
            <a:endParaRPr b="1" sz="24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8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8" name="Google Shape;188;p8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189" name="Google Shape;189;p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90" name="Google Shape;190;p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91" name="Google Shape;191;p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92" name="Google Shape;192;p8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8"/>
          <p:cNvSpPr/>
          <p:nvPr/>
        </p:nvSpPr>
        <p:spPr>
          <a:xfrm>
            <a:off x="605118" y="1822895"/>
            <a:ext cx="8356923" cy="4493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Dijkstras Algorithm :</a:t>
            </a:r>
            <a:r>
              <a:rPr b="1" i="1" lang="en-US" sz="2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single-source shortest-paths problem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selecting a vertex u∗, the following operations are performed:</a:t>
            </a:r>
            <a:endParaRPr/>
          </a:p>
          <a:p>
            <a:pPr indent="-2032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Move u∗ from the fringe set to the tree (visited) set.</a:t>
            </a:r>
            <a:endParaRPr/>
          </a:p>
          <a:p>
            <a:pPr indent="-2032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vertex u adjacent to u∗, perform the following: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d[u]&gt;d[u∗]+w(u∗,u)</a:t>
            </a:r>
            <a:endParaRPr/>
          </a:p>
          <a:p>
            <a:pPr indent="-2032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update:</a:t>
            </a:r>
            <a:endParaRPr/>
          </a:p>
          <a:p>
            <a:pPr indent="-342900" lvl="2" marL="12573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d[u]=d[u∗]+w(u∗,u)</a:t>
            </a:r>
            <a:endParaRPr/>
          </a:p>
          <a:p>
            <a:pPr indent="-2032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2573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pred[u]=u∗</a:t>
            </a:r>
            <a:endParaRPr b="1" i="0" sz="2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Greedy Technique – Dijkstras Algorithm</a:t>
            </a:r>
            <a:endParaRPr b="1" sz="24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" name="Google Shape;201;p9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2" name="Google Shape;202;p9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203" name="Google Shape;203;p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04" name="Google Shape;204;p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05" name="Google Shape;205;p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06" name="Google Shape;206;p9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 txBox="1"/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0918" y="1515538"/>
            <a:ext cx="6862482" cy="5089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Greedy Technique – Dijkstras Algorithm</a:t>
            </a:r>
            <a:endParaRPr b="1" sz="24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" name="Google Shape;215;p10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6" name="Google Shape;216;p10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217" name="Google Shape;217;p1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18" name="Google Shape;218;p1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19" name="Google Shape;219;p1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20" name="Google Shape;220;p10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 txBox="1"/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2483" y="1513221"/>
            <a:ext cx="4113399" cy="1620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7501" y="3218155"/>
            <a:ext cx="8478546" cy="813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7598" y="4658933"/>
            <a:ext cx="8278449" cy="1405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Greedy Technique – Dijkstras Algorithm</a:t>
            </a:r>
            <a:endParaRPr b="1" sz="24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p11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2" name="Google Shape;232;p11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233" name="Google Shape;233;p1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34" name="Google Shape;234;p1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35" name="Google Shape;235;p1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36" name="Google Shape;236;p11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 txBox="1"/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2483" y="1513221"/>
            <a:ext cx="4113399" cy="1620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7501" y="3218155"/>
            <a:ext cx="8478546" cy="813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7501" y="4734279"/>
            <a:ext cx="8886861" cy="1430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Greedy Technique – Dijkstras Algorithm</a:t>
            </a:r>
            <a:endParaRPr b="1" sz="24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" name="Google Shape;247;p12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8" name="Google Shape;248;p12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249" name="Google Shape;249;p1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50" name="Google Shape;250;p1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51" name="Google Shape;251;p1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52" name="Google Shape;252;p12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 txBox="1"/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2483" y="1513221"/>
            <a:ext cx="4113399" cy="1620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7501" y="3218155"/>
            <a:ext cx="8478546" cy="813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94465" y="4796176"/>
            <a:ext cx="8091581" cy="1291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Greedy Technique – Dijkstras Algorithm</a:t>
            </a:r>
            <a:endParaRPr b="1" sz="24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3" name="Google Shape;263;p13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4" name="Google Shape;264;p13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265" name="Google Shape;265;p1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66" name="Google Shape;266;p1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67" name="Google Shape;267;p1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68" name="Google Shape;268;p13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 txBox="1"/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2483" y="1513221"/>
            <a:ext cx="4113399" cy="1620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7501" y="3218155"/>
            <a:ext cx="8478546" cy="813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5143" y="4427150"/>
            <a:ext cx="8193329" cy="1798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Greedy Technique – Dijkstras Algorithm</a:t>
            </a:r>
            <a:endParaRPr b="1" sz="24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p14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0" name="Google Shape;280;p14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281" name="Google Shape;281;p1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82" name="Google Shape;282;p1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83" name="Google Shape;283;p1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84" name="Google Shape;284;p14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4"/>
          <p:cNvSpPr txBox="1"/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2483" y="1513221"/>
            <a:ext cx="4113399" cy="1620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7501" y="3218155"/>
            <a:ext cx="8478546" cy="813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64208" y="4249548"/>
            <a:ext cx="7436101" cy="2146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Greedy Technique – Dijkstras Algorithm</a:t>
            </a:r>
            <a:endParaRPr b="1" sz="24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15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6" name="Google Shape;296;p15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297" name="Google Shape;297;p1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98" name="Google Shape;298;p1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99" name="Google Shape;299;p1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300" name="Google Shape;300;p15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5"/>
          <p:cNvSpPr txBox="1"/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" name="Google Shape;3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5"/>
          <p:cNvSpPr/>
          <p:nvPr/>
        </p:nvSpPr>
        <p:spPr>
          <a:xfrm>
            <a:off x="605118" y="1822895"/>
            <a:ext cx="10139082" cy="4462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time efficiency of Dijkstra’s algorithm depends on the data structures used for implementing the priority queue and for representing an input graph itself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Graph represented as adjacency matrix and priority queue as an unordered array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Extract-Min Operation (Unordered Array)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find the minimum d[v], we must scan all vertices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 per extraction = ϴ(V)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of extractions = V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 cost= ϴ(V</a:t>
            </a:r>
            <a:r>
              <a:rPr baseline="30000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Greedy Technique – Dijkstras Algorithm</a:t>
            </a:r>
            <a:endParaRPr b="1" sz="24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16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0" name="Google Shape;310;p16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311" name="Google Shape;311;p1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12" name="Google Shape;312;p1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13" name="Google Shape;313;p1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314" name="Google Shape;314;p16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6"/>
          <p:cNvSpPr txBox="1"/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6" name="Google Shape;3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6"/>
          <p:cNvSpPr/>
          <p:nvPr/>
        </p:nvSpPr>
        <p:spPr>
          <a:xfrm>
            <a:off x="605118" y="1822895"/>
            <a:ext cx="10139082" cy="41242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Relaxation Step (Adjacency Matrix)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selected vertex u∗, we check all possible vertices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Because matrix representation requires scanning an entire row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 per iteration = ϴ(V)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iterations = V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 cost= ϴ(V</a:t>
            </a:r>
            <a:r>
              <a:rPr baseline="30000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032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Updating Distance Values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Updating d[v] in an unordered array = ϴ(1)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Complexity : ϴ(V</a:t>
            </a:r>
            <a:r>
              <a:rPr baseline="30000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7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Greedy Technique – Dijkstras Algorithm</a:t>
            </a:r>
            <a:endParaRPr b="1" sz="24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3" name="Google Shape;323;p17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4" name="Google Shape;324;p17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325" name="Google Shape;325;p1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26" name="Google Shape;326;p1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27" name="Google Shape;327;p1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328" name="Google Shape;328;p17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7"/>
          <p:cNvSpPr txBox="1"/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0" name="Google Shape;3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7"/>
          <p:cNvSpPr/>
          <p:nvPr/>
        </p:nvSpPr>
        <p:spPr>
          <a:xfrm>
            <a:off x="605118" y="1822895"/>
            <a:ext cx="10139082" cy="4975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Graph represented as adjacency list  and priority queue as a min heap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Extract-Min (Heap)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extract-min operation costs: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ϴ(logV) Performed V times: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Total= ϴ(VlogV)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Relaxation (Adjacency List)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vertex processes only its adjacent edges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edges processed = 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 relaxation work= ϴ(E)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30000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8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Greedy Technique – Dijkstras Algorithm</a:t>
            </a:r>
            <a:endParaRPr b="1" sz="24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7" name="Google Shape;337;p18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8" name="Google Shape;338;p18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339" name="Google Shape;339;p1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40" name="Google Shape;340;p1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41" name="Google Shape;341;p1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342" name="Google Shape;342;p18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8"/>
          <p:cNvSpPr txBox="1"/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4" name="Google Shape;3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8"/>
          <p:cNvSpPr/>
          <p:nvPr/>
        </p:nvSpPr>
        <p:spPr>
          <a:xfrm>
            <a:off x="605118" y="1822895"/>
            <a:ext cx="10139082" cy="46987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Decrease-Key Operations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relaxation may trigger a decrease-key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decrease-key costs: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ϴ(logV) In worst case, done for each edge: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Total= ϴ(ElogV)</a:t>
            </a:r>
            <a:endParaRPr/>
          </a:p>
          <a:p>
            <a:pPr indent="-2032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Complexity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ϴ(VlogV)+ ϴ(ElogV) = ϴ((V+E)logV)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connected graphs, E≥V−1, so: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ϴ(Elog⁡V)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30000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9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Greedy Technique – Dijkstras Algorithm</a:t>
            </a:r>
            <a:endParaRPr b="1" sz="24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" name="Google Shape;351;p19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2" name="Google Shape;352;p19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353" name="Google Shape;353;p1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54" name="Google Shape;354;p1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55" name="Google Shape;355;p1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356" name="Google Shape;356;p19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9"/>
          <p:cNvSpPr txBox="1"/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8" name="Google Shape;3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806" y="2054518"/>
            <a:ext cx="9031984" cy="2248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0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Greedy Technique – Dijkstras Algorithm</a:t>
            </a:r>
            <a:endParaRPr b="1" sz="24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5" name="Google Shape;365;p20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6" name="Google Shape;366;p20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367" name="Google Shape;367;p2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68" name="Google Shape;368;p2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69" name="Google Shape;369;p2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370" name="Google Shape;370;p20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0"/>
          <p:cNvSpPr txBox="1"/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2" name="Google Shape;37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0"/>
          <p:cNvSpPr/>
          <p:nvPr/>
        </p:nvSpPr>
        <p:spPr>
          <a:xfrm>
            <a:off x="1062317" y="1829727"/>
            <a:ext cx="906331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Apply Dijkstra’s algorithm to find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 destination shortest paths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the given graph with respect to the destination node E 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Hint : you may want to reverse the directions of edges to change destination to source.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4" name="Google Shape;37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0165" y="3069563"/>
            <a:ext cx="6768097" cy="2509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1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Multiple Choice Questions</a:t>
            </a:r>
            <a:endParaRPr b="1" sz="24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0" name="Google Shape;380;p21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1" name="Google Shape;381;p21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382" name="Google Shape;382;p2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83" name="Google Shape;383;p2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84" name="Google Shape;384;p2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385" name="Google Shape;385;p21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1"/>
          <p:cNvSpPr txBox="1"/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7" name="Google Shape;38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1"/>
          <p:cNvSpPr/>
          <p:nvPr/>
        </p:nvSpPr>
        <p:spPr>
          <a:xfrm>
            <a:off x="412379" y="1771911"/>
            <a:ext cx="9807386" cy="5170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of the following statements is always true before the start of the i</a:t>
            </a:r>
            <a:r>
              <a:rPr baseline="30000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iteration of Dijkstra’s algorithm?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lphaUcPeriod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vertices have their final shortest path distances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lphaUcPeriod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Exactly i vertices have been permanently labeled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lphaUcPeriod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shortest paths to i−1 vertices have been correctly determined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lphaUcPeriod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fringe set contains exactly i−1 vertices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: C. The shortest paths to i−1 vertices have been correctly determined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2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Multiple Choice Questions</a:t>
            </a:r>
            <a:endParaRPr b="1" sz="24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4" name="Google Shape;394;p22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5" name="Google Shape;395;p22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396" name="Google Shape;396;p2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97" name="Google Shape;397;p2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98" name="Google Shape;398;p2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399" name="Google Shape;399;p22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2"/>
          <p:cNvSpPr txBox="1"/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1" name="Google Shape;40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2"/>
          <p:cNvSpPr/>
          <p:nvPr/>
        </p:nvSpPr>
        <p:spPr>
          <a:xfrm>
            <a:off x="412378" y="1771911"/>
            <a:ext cx="10331821" cy="4493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During the relaxation step, which condition correctly determines whether the label of a vertex u should be updated?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lphaUcPeriod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d[u]&lt;d[u∗]+w(u∗,u)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lphaUcPeriod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d[u]=d[u∗]+w(u∗,u)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lphaUcPeriod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d[u]&gt;d[u∗]+w(u∗,u)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lphaUcPeriod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w(u∗,u)&gt;d[u∗]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C. d[u]&gt;d[u∗]+w(u∗,u)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3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Multiple Choice Questions</a:t>
            </a:r>
            <a:endParaRPr b="1" sz="24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8" name="Google Shape;408;p23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9" name="Google Shape;409;p23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410" name="Google Shape;410;p2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411" name="Google Shape;411;p2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412" name="Google Shape;412;p2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413" name="Google Shape;413;p23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3"/>
          <p:cNvSpPr txBox="1"/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5" name="Google Shape;41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23"/>
          <p:cNvSpPr/>
          <p:nvPr/>
        </p:nvSpPr>
        <p:spPr>
          <a:xfrm>
            <a:off x="412378" y="1771911"/>
            <a:ext cx="10331821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Dijkstra’s algorithm, the predecessor label of a vertex is primarily used to: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Determine the next vertex to be selected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Compute edge weights dynamically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Reconstruct the shortest path after execution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 Store the degree of the vertex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 C. Reconstruct the shortest path after execution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4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Multiple Choice Questions</a:t>
            </a:r>
            <a:endParaRPr b="1" sz="24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2" name="Google Shape;422;p24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3" name="Google Shape;423;p24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424" name="Google Shape;424;p2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425" name="Google Shape;425;p2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426" name="Google Shape;426;p2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427" name="Google Shape;427;p24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4"/>
          <p:cNvSpPr txBox="1"/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9" name="Google Shape;42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4"/>
          <p:cNvSpPr/>
          <p:nvPr/>
        </p:nvSpPr>
        <p:spPr>
          <a:xfrm>
            <a:off x="412378" y="1771911"/>
            <a:ext cx="10331821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the subtree T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i−1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 formed during execution. Which statement is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correct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contains all vertices of the graph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It may contain vertices whose shortest paths are not finalized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It contains vertices with finalized shortest paths from the source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 It only contains leaf nodes of the graph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C. It contains vertices with finalized shortest paths from the source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5"/>
          <p:cNvSpPr/>
          <p:nvPr/>
        </p:nvSpPr>
        <p:spPr>
          <a:xfrm>
            <a:off x="5667375" y="2566988"/>
            <a:ext cx="4603750" cy="665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Dinesh Singh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&amp; Engineering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5"/>
          <p:cNvSpPr/>
          <p:nvPr/>
        </p:nvSpPr>
        <p:spPr>
          <a:xfrm>
            <a:off x="5680075" y="3127375"/>
            <a:ext cx="5256213" cy="603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7" name="Google Shape;43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0739" y="2334597"/>
            <a:ext cx="3150920" cy="17129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8" name="Google Shape;438;p25"/>
          <p:cNvCxnSpPr/>
          <p:nvPr/>
        </p:nvCxnSpPr>
        <p:spPr>
          <a:xfrm>
            <a:off x="4994108" y="3339537"/>
            <a:ext cx="4583156" cy="27277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2021-01-07T04:42:57Z</dcterms:created>
  <dc:creator>Vandana M Ladwani</dc:creator>
</cp:coreProperties>
</file>